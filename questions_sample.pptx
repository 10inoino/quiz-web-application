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xWBHPUPXjg999is6yMHXRDhbJ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1b946c0b2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1b946c0b2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e1b946c0b2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e1b946c0b2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g3e1b946c0b2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" name="Google Shape;21;g3e1b946c0b2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1b946c0b2_0_47"/>
          <p:cNvSpPr/>
          <p:nvPr/>
        </p:nvSpPr>
        <p:spPr>
          <a:xfrm>
            <a:off x="365760" y="1828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9B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F4E9B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e1b946c0b2_0_47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日本で1番目高い山は？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e1b946c0b2_0_53"/>
          <p:cNvSpPr/>
          <p:nvPr/>
        </p:nvSpPr>
        <p:spPr>
          <a:xfrm>
            <a:off x="365760" y="1828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e1b946c0b2_0_5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</a:pPr>
            <a:r>
              <a:rPr b="0" i="0" lang="en-US" sz="6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富士山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365760" y="1828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9B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F4E9B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『人間失格』の作者は？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365760" y="1828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</a:pPr>
            <a:r>
              <a:rPr b="0" i="0" lang="en-US" sz="6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太宰治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2026-05-13T12:55:34Z</dcterms:created>
  <dc:creator>PptxGenJS</dc:creator>
</cp:coreProperties>
</file>